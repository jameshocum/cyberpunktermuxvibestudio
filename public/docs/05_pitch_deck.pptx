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400" kern="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CYBERPUNK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TERMUX CODEX IDE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zero-install, AI-native IDE that ships running apps — not snippets.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Deck  • 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TERMUX CODEX IDE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457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IDEs hand you fragments.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still spend hours making them run.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3182112"/>
            <a:ext cx="320040" cy="320040"/>
          </a:xfrm>
          <a:prstGeom prst="ellipse">
            <a:avLst/>
          </a:prstGeom>
          <a:solidFill>
            <a:srgbClr val="FF3DAA"/>
          </a:solidFill>
          <a:ln w="12700">
            <a:solidFill>
              <a:srgbClr val="FF3D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1638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3108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Snippets, not apps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9496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code rarely boots without manual wiring.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959352"/>
            <a:ext cx="320040" cy="320040"/>
          </a:xfrm>
          <a:prstGeom prst="ellipse">
            <a:avLst/>
          </a:prstGeom>
          <a:solidFill>
            <a:srgbClr val="FF3DAA"/>
          </a:solidFill>
          <a:ln w="12700">
            <a:solidFill>
              <a:srgbClr val="FF3D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410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'You need to install X'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3886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defers setup to you, killing momentum.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736592"/>
            <a:ext cx="320040" cy="320040"/>
          </a:xfrm>
          <a:prstGeom prst="ellipse">
            <a:avLst/>
          </a:prstGeom>
          <a:solidFill>
            <a:srgbClr val="FF3DAA"/>
          </a:solidFill>
          <a:ln w="12700">
            <a:solidFill>
              <a:srgbClr val="FF3D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718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4663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 install required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94960" y="4663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Cursor, Codespaces all demand setup.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513832"/>
            <a:ext cx="320040" cy="320040"/>
          </a:xfrm>
          <a:prstGeom prst="ellipse">
            <a:avLst/>
          </a:prstGeom>
          <a:solidFill>
            <a:srgbClr val="FF3DAA"/>
          </a:solidFill>
          <a:ln w="12700">
            <a:solidFill>
              <a:srgbClr val="FF3D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4955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5440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Export = good luck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94960" y="5440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first-class path from prompt to shippable artifact.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TERMUX CODEX IDE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457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Generate → Preview → Refactor → Export.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 5 minutes. Zero installs.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2172B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46634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runnable build. Wired entry points. No TODOs.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33832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2172B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2044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PREVIEW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20440" y="46634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in-browser Sandpack boots the app instantly.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3832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2172B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5508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REFACTOR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46634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copilot extends without breaking the build.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33832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2172B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189720" y="41605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EXPORT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89720" y="46634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targets — PWA, web, desktop, mobile, extensions.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TERMUX CODEX IDE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457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prompt. One running app.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12172B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11064240" cy="320040"/>
          </a:xfrm>
          <a:prstGeom prst="rect">
            <a:avLst/>
          </a:prstGeom>
          <a:solidFill>
            <a:srgbClr val="1E2238"/>
          </a:solidFill>
          <a:ln w="12700">
            <a:solidFill>
              <a:srgbClr val="1E223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94560"/>
            <a:ext cx="137160" cy="137160"/>
          </a:xfrm>
          <a:prstGeom prst="ellipse">
            <a:avLst/>
          </a:prstGeom>
          <a:solidFill>
            <a:srgbClr val="FF3DAA"/>
          </a:solidFill>
          <a:ln w="12700">
            <a:solidFill>
              <a:srgbClr val="FF3D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94560"/>
            <a:ext cx="137160" cy="137160"/>
          </a:xfrm>
          <a:prstGeom prst="ellipse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8720" y="2194560"/>
            <a:ext cx="137160" cy="137160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11226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cyberpunk-termux-ide  •  neon-notes/App.tsx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2011680" cy="3794760"/>
          </a:xfrm>
          <a:prstGeom prst="rect">
            <a:avLst/>
          </a:prstGeom>
          <a:solidFill>
            <a:srgbClr val="0E1326"/>
          </a:solidFill>
          <a:ln w="12700">
            <a:solidFill>
              <a:srgbClr val="0E13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src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▸ components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099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▸ hooks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3924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App.tsx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685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main.tsx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• index.css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270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public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5628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package.json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0" y="2423160"/>
            <a:ext cx="5029200" cy="3794760"/>
          </a:xfrm>
          <a:prstGeom prst="rect">
            <a:avLst/>
          </a:prstGeom>
          <a:solidFill>
            <a:srgbClr val="070B1A"/>
          </a:solidFill>
          <a:ln w="12700">
            <a:solidFill>
              <a:srgbClr val="070B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25420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Board } from './components/Board';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97480" y="28163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7480" y="30906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function App() {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97480" y="33649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97480" y="363931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className='neon-grid'&gt;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3913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&lt;Board /&gt;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4187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97480" y="44622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97480" y="473659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89520" y="2423160"/>
            <a:ext cx="4023360" cy="3794760"/>
          </a:xfrm>
          <a:prstGeom prst="rect">
            <a:avLst/>
          </a:prstGeom>
          <a:solidFill>
            <a:srgbClr val="120724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D4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PREVIEW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8096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NEON NOTES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7863840" y="3657600"/>
            <a:ext cx="1645920" cy="960120"/>
          </a:xfrm>
          <a:prstGeom prst="roundRect">
            <a:avLst>
              <a:gd name="adj" fmla="val 4762"/>
            </a:avLst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09560" y="3931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oat milk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646920" y="3657600"/>
            <a:ext cx="1645920" cy="960120"/>
          </a:xfrm>
          <a:prstGeom prst="roundRect">
            <a:avLst>
              <a:gd name="adj" fmla="val 4762"/>
            </a:avLst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92640" y="3931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v3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863840" y="4754880"/>
            <a:ext cx="1645920" cy="960120"/>
          </a:xfrm>
          <a:prstGeom prst="roundRect">
            <a:avLst>
              <a:gd name="adj" fmla="val 4762"/>
            </a:avLst>
          </a:prstGeom>
          <a:solidFill>
            <a:srgbClr val="FF3DAA"/>
          </a:solidFill>
          <a:ln w="12700">
            <a:solidFill>
              <a:srgbClr val="FF3D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9560" y="5029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EV cert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TERMUX CODEX IDE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457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Built-in, not bolted-on.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926080" cy="548640"/>
          </a:xfrm>
          <a:prstGeom prst="rect">
            <a:avLst/>
          </a:prstGeom>
          <a:solidFill>
            <a:srgbClr val="1A1F35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03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2103120"/>
            <a:ext cx="4114800" cy="548640"/>
          </a:xfrm>
          <a:prstGeom prst="rect">
            <a:avLst/>
          </a:prstGeom>
          <a:solidFill>
            <a:srgbClr val="2A1F3D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2103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OTHER AI IDEs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0" y="2103120"/>
            <a:ext cx="4206240" cy="548640"/>
          </a:xfrm>
          <a:prstGeom prst="rect">
            <a:avLst/>
          </a:prstGeom>
          <a:solidFill>
            <a:srgbClr val="39FF14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21031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CYBERPUNK TERMUX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292608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51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2651760"/>
            <a:ext cx="411480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651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Snippets &amp; scaffolds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2651760"/>
            <a:ext cx="420624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26517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runnable apps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292608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154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3154680"/>
            <a:ext cx="411480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3154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setup required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0" y="3154680"/>
            <a:ext cx="420624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31546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install — PWA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657600"/>
            <a:ext cx="292608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657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3657600"/>
            <a:ext cx="411480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3657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tier, one model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89520" y="3657600"/>
            <a:ext cx="420624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3657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tiers, 8+ models, BYOK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160520"/>
            <a:ext cx="292608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1605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74720" y="4160520"/>
            <a:ext cx="411480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4160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partial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0" y="4160520"/>
            <a:ext cx="420624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6680" y="41605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targets, signed-ready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663440"/>
            <a:ext cx="292608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6634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74720" y="4663440"/>
            <a:ext cx="411480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11880" y="4663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VS Code clone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589520" y="4663440"/>
            <a:ext cx="420624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6680" y="4663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cyberpunk brand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5166360"/>
            <a:ext cx="292608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5166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474720" y="5166360"/>
            <a:ext cx="411480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11880" y="51663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afterthought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589520" y="5166360"/>
            <a:ext cx="420624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26680" y="5166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build-finisher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TERMUX CODEX IDE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457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Developer tools is a $30B+ market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a generational AI reset.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12172B"/>
          </a:solidFill>
          <a:ln w="19050">
            <a:solidFill>
              <a:srgbClr val="9D4E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6118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$30B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developer tools spend (Gartner, 2025)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338328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12172B"/>
          </a:solidFill>
          <a:ln w="19050">
            <a:solidFill>
              <a:srgbClr val="9D4E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36118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$8B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38912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50292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AI-augmented dev environments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338328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12172B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36118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$420M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822960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0" y="50292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+ accelerator + SMB segment, year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TERMUX CODEX IDE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CUSTOMER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457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Builders who measure success in hours, not sprints.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91440" cy="64008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INDIE HACKERS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MVPs in an afternoon. Pro tier, $19/mo.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91440" cy="64008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 AGENCIES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client builds. Team tier, $99/seat.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91440" cy="64008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YC / TECHSTARS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→ investor demo, same day. Premium tier.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91440" cy="64008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617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EDU &amp; BOOTCAMPS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students, zero install, 60-second onboarding.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394960"/>
            <a:ext cx="91440" cy="64008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INNOV.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Internal-tool factory. SSO, SOC 2, $40k–$150k/yr.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TERMUX CODEX IDE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457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tiers. Built-in BYOK.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Monetization rails already wired.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2172B"/>
          </a:solidFill>
          <a:ln w="19050">
            <a:solidFill>
              <a:srgbClr val="9D4E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48463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models, daily cap.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&amp; trial.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33832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2172B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3977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$19/mo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66160" y="48463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 models, voice playback.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builders.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3832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39FF14"/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PREMIUM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3977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$49/mo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0" y="48463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gpt-5.2, agentic mode,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Voice, Build Mode.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338328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2172B"/>
          </a:solidFill>
          <a:ln w="19050">
            <a:solidFill>
              <a:srgbClr val="9D4E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3520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BYOK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35440" y="3977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$9/mo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235440" y="484632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OpenAI 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Gemini key.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TERMUX CODEX IDE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457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in production. Wired for growth.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31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[XXX]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Signups (90d)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1945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2331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[XX]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8328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active users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1945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331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[XX]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21792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exported / wk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219456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2172B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52560" y="23317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[XX%]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9052560" y="3108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 growth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SHIPPED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40740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cyberpunk-termux-ide.lovable.app + custom domain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7823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47548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plan architecture (Free / Pro / Premium / BYOK) wired DB → edge → UI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1297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5102352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export targets in production (PWA, web, 3 desktop, 2 mobile, 2 extensions)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4772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5449824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build CI pipeline (Windows / macOS / Linux) running on tag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5824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5797296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Lady Violet agentic copilot with undo system + 8+ AI models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TERMUX CODEX IDE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457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phases to enterprise-ready revenue.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91440" cy="86868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• WEEKS 1–3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STRIPE ACTIVATION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219456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checkout, 14-day Premium trial, billing portal, webhooks → user_plans. Target: $1k MRR in 60 days.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91440" cy="86868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• WEEKS 3–6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SIGNED NATIVE BUILDS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15468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cert (Win), notarization (macOS), Play + App Store listings. Target: 1k installs in 90 days.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91440" cy="86868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• WEEKS 6–10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READY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411480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SSO via Lovable Cloud, SCIM, audit log, SOC 2 Type I. Target: 1 LOI in 90 days.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074920"/>
            <a:ext cx="91440" cy="86868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74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394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ADJACENT REVENUE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0" y="507492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marketplace 80/20 split, template store, usage overage, white-label.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TERMUX CODEX IDE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457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 win on the loop — not the editor.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926080" cy="457200"/>
          </a:xfrm>
          <a:prstGeom prst="rect">
            <a:avLst/>
          </a:prstGeom>
          <a:solidFill>
            <a:srgbClr val="9D4EDD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2103120"/>
            <a:ext cx="1554480" cy="457200"/>
          </a:xfrm>
          <a:prstGeom prst="rect">
            <a:avLst/>
          </a:prstGeom>
          <a:solidFill>
            <a:srgbClr val="9D4EDD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install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2103120"/>
            <a:ext cx="1737360" cy="457200"/>
          </a:xfrm>
          <a:prstGeom prst="rect">
            <a:avLst/>
          </a:prstGeom>
          <a:solidFill>
            <a:srgbClr val="9D4EDD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2103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builds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2103120"/>
            <a:ext cx="1554480" cy="457200"/>
          </a:xfrm>
          <a:prstGeom prst="rect">
            <a:avLst/>
          </a:prstGeom>
          <a:solidFill>
            <a:srgbClr val="9D4EDD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103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Multi-tier 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2103120"/>
            <a:ext cx="1737360" cy="457200"/>
          </a:xfrm>
          <a:prstGeom prst="rect">
            <a:avLst/>
          </a:prstGeom>
          <a:solidFill>
            <a:srgbClr val="9D4EDD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103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export targets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0" y="2103120"/>
            <a:ext cx="1737360" cy="457200"/>
          </a:xfrm>
          <a:prstGeom prst="rect">
            <a:avLst/>
          </a:prstGeom>
          <a:solidFill>
            <a:srgbClr val="9D4EDD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9840" y="21031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Branded identity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560320"/>
            <a:ext cx="2926080" cy="502920"/>
          </a:xfrm>
          <a:prstGeom prst="rect">
            <a:avLst/>
          </a:prstGeom>
          <a:solidFill>
            <a:srgbClr val="1A3B1A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560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Termux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2560320"/>
            <a:ext cx="1554480" cy="502920"/>
          </a:xfrm>
          <a:prstGeom prst="rect">
            <a:avLst/>
          </a:prstGeom>
          <a:solidFill>
            <a:srgbClr val="1A3B1A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560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029200" y="2560320"/>
            <a:ext cx="1737360" cy="502920"/>
          </a:xfrm>
          <a:prstGeom prst="rect">
            <a:avLst/>
          </a:prstGeom>
          <a:solidFill>
            <a:srgbClr val="1A3B1A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560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66560" y="2560320"/>
            <a:ext cx="1554480" cy="502920"/>
          </a:xfrm>
          <a:prstGeom prst="rect">
            <a:avLst/>
          </a:prstGeom>
          <a:solidFill>
            <a:srgbClr val="1A3B1A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560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321040" y="2560320"/>
            <a:ext cx="1737360" cy="502920"/>
          </a:xfrm>
          <a:prstGeom prst="rect">
            <a:avLst/>
          </a:prstGeom>
          <a:solidFill>
            <a:srgbClr val="1A3B1A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2560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058400" y="2560320"/>
            <a:ext cx="1737360" cy="502920"/>
          </a:xfrm>
          <a:prstGeom prst="rect">
            <a:avLst/>
          </a:prstGeom>
          <a:solidFill>
            <a:srgbClr val="1A3B1A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49840" y="25603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48640" y="3063240"/>
            <a:ext cx="292608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74720" y="3063240"/>
            <a:ext cx="155448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3063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3D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029200" y="3063240"/>
            <a:ext cx="173736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063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766560" y="3063240"/>
            <a:ext cx="155448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063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3D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321040" y="3063240"/>
            <a:ext cx="173736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3063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3D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0058400" y="3063240"/>
            <a:ext cx="173736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49840" y="3063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3D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48640" y="3566160"/>
            <a:ext cx="292608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3566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Copilot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474720" y="3566160"/>
            <a:ext cx="155448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160" y="3566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3D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029200" y="3566160"/>
            <a:ext cx="173736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0" y="3566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3D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766560" y="3566160"/>
            <a:ext cx="155448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0" y="3566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3D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8321040" y="3566160"/>
            <a:ext cx="173736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0" y="3566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3D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10058400" y="3566160"/>
            <a:ext cx="173736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49840" y="35661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3D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48640" y="4069080"/>
            <a:ext cx="292608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4069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Replit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474720" y="4069080"/>
            <a:ext cx="155448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66160" y="4069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5029200" y="4069080"/>
            <a:ext cx="173736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0" y="4069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6766560" y="4069080"/>
            <a:ext cx="155448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58000" y="4069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8321040" y="4069080"/>
            <a:ext cx="173736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12480" y="4069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0058400" y="4069080"/>
            <a:ext cx="1737360" cy="502920"/>
          </a:xfrm>
          <a:prstGeom prst="rect">
            <a:avLst/>
          </a:prstGeom>
          <a:solidFill>
            <a:srgbClr val="12172B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149840" y="4069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3D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548640" y="4572000"/>
            <a:ext cx="292608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4572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/ Bolt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474720" y="4572000"/>
            <a:ext cx="155448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66160" y="4572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5029200" y="4572000"/>
            <a:ext cx="173736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0" y="4572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6766560" y="4572000"/>
            <a:ext cx="155448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858000" y="4572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8321040" y="4572000"/>
            <a:ext cx="173736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412480" y="4572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10058400" y="4572000"/>
            <a:ext cx="1737360" cy="502920"/>
          </a:xfrm>
          <a:prstGeom prst="rect">
            <a:avLst/>
          </a:prstGeom>
          <a:solidFill>
            <a:srgbClr val="0E1428"/>
          </a:solidFill>
          <a:ln w="12700">
            <a:solidFill>
              <a:srgbClr val="0A0F1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149840" y="45720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TERMUX CODEX IDE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MOAT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457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Built-in, secure, tier-aware from the ground up.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74320" cy="274320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CONTRACT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219456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 every edge function system prompt. Generate &amp; Refactor must boot the preview before finishing.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274320" cy="274320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71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TIERED AI ROUTING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297180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useUserPlan hook + codex-agent edge function gate models per tier. BYOK keys encrypted at rest.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274320" cy="274320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SECURITY-FIRST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374904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on every table. Roles in dedicated user_roles + has_role(). JWT on every function. SOC 2 in flight.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274320" cy="274320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526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NATIVE BUILD PIPE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452628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+ Capacitor configs in repo. Tag-triggered CI builds all 5 platforms.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394960"/>
            <a:ext cx="274320" cy="274320"/>
          </a:xfrm>
          <a:prstGeom prst="ellipse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303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EXTENSION SDK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06240" y="530352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iframe extensions with controlled message bridge. Marketplace revenue share unlocks Phase 4.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TERMUX CODEX IDE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97280" cy="4572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Raising $[X]M seed to ship paid tiers, signed builds, and SOC 2.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1089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10896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— payments, native CI, enterprise SSO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490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03120" y="374904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— SOC 2 Type I + II, security audits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389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03120" y="438912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— content, accelerator partnerships, paid trials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0292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03120" y="5029200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— support, finance, legal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760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D4E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18-MONTH TARGETS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$1M ARR  •  10k DAU  •  3 enterprise contracts  •  SOC 2 Type II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TERMUX CODEX IDE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Generate. Preview.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9FF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Refactor. Ship.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 that finishes the build.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cyberpunk-termux-ide.lovable.app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[contact] · [email] · [calendar link]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CYBERPUNK TERMUX CODEX IDE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9F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Cyberpunk Termux Codex IDE — Investor Deck</dc:title>
  <dc:subject>PptxGenJS Presentation</dc:subject>
  <dc:creator>PptxGenJS</dc:creator>
  <cp:lastModifiedBy>PptxGenJS</cp:lastModifiedBy>
  <cp:revision>1</cp:revision>
  <dcterms:created xsi:type="dcterms:W3CDTF">2026-05-16T04:20:54Z</dcterms:created>
  <dcterms:modified xsi:type="dcterms:W3CDTF">2026-05-16T04:20:54Z</dcterms:modified>
</cp:coreProperties>
</file>